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AA88B-A7BF-4E23-94F5-0DCA25727294}" v="1" dt="2026-06-08T14:38:22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Gerrits" userId="f7069030-e220-4df3-afa8-8d262d59c9c5" providerId="ADAL" clId="{4E3B05B7-44AD-458B-B5BD-20D0B7586376}"/>
    <pc:docChg chg="custSel modSld">
      <pc:chgData name="Jeffrey Gerrits" userId="f7069030-e220-4df3-afa8-8d262d59c9c5" providerId="ADAL" clId="{4E3B05B7-44AD-458B-B5BD-20D0B7586376}" dt="2026-06-08T14:57:40.697" v="56" actId="478"/>
      <pc:docMkLst>
        <pc:docMk/>
      </pc:docMkLst>
      <pc:sldChg chg="modSp mod">
        <pc:chgData name="Jeffrey Gerrits" userId="f7069030-e220-4df3-afa8-8d262d59c9c5" providerId="ADAL" clId="{4E3B05B7-44AD-458B-B5BD-20D0B7586376}" dt="2026-06-08T14:37:39.498" v="31" actId="20577"/>
        <pc:sldMkLst>
          <pc:docMk/>
          <pc:sldMk cId="477618628" sldId="257"/>
        </pc:sldMkLst>
        <pc:spChg chg="mod">
          <ac:chgData name="Jeffrey Gerrits" userId="f7069030-e220-4df3-afa8-8d262d59c9c5" providerId="ADAL" clId="{4E3B05B7-44AD-458B-B5BD-20D0B7586376}" dt="2026-06-08T14:37:39.498" v="31" actId="20577"/>
          <ac:spMkLst>
            <pc:docMk/>
            <pc:sldMk cId="477618628" sldId="257"/>
            <ac:spMk id="3" creationId="{A2B58E7F-849E-E8FA-EDC1-33D48E1F1ED0}"/>
          </ac:spMkLst>
        </pc:spChg>
      </pc:sldChg>
      <pc:sldChg chg="modSp mod">
        <pc:chgData name="Jeffrey Gerrits" userId="f7069030-e220-4df3-afa8-8d262d59c9c5" providerId="ADAL" clId="{4E3B05B7-44AD-458B-B5BD-20D0B7586376}" dt="2026-06-08T14:38:37.758" v="51" actId="20577"/>
        <pc:sldMkLst>
          <pc:docMk/>
          <pc:sldMk cId="3167680031" sldId="258"/>
        </pc:sldMkLst>
        <pc:spChg chg="mod">
          <ac:chgData name="Jeffrey Gerrits" userId="f7069030-e220-4df3-afa8-8d262d59c9c5" providerId="ADAL" clId="{4E3B05B7-44AD-458B-B5BD-20D0B7586376}" dt="2026-06-08T14:38:37.758" v="51" actId="20577"/>
          <ac:spMkLst>
            <pc:docMk/>
            <pc:sldMk cId="3167680031" sldId="258"/>
            <ac:spMk id="3" creationId="{52022024-893B-1D1E-F628-5888BB014E8E}"/>
          </ac:spMkLst>
        </pc:spChg>
      </pc:sldChg>
      <pc:sldChg chg="addSp delSp modSp mod">
        <pc:chgData name="Jeffrey Gerrits" userId="f7069030-e220-4df3-afa8-8d262d59c9c5" providerId="ADAL" clId="{4E3B05B7-44AD-458B-B5BD-20D0B7586376}" dt="2026-06-08T14:57:40.697" v="56" actId="478"/>
        <pc:sldMkLst>
          <pc:docMk/>
          <pc:sldMk cId="782538880" sldId="260"/>
        </pc:sldMkLst>
        <pc:spChg chg="del">
          <ac:chgData name="Jeffrey Gerrits" userId="f7069030-e220-4df3-afa8-8d262d59c9c5" providerId="ADAL" clId="{4E3B05B7-44AD-458B-B5BD-20D0B7586376}" dt="2026-06-08T14:57:38.862" v="55" actId="478"/>
          <ac:spMkLst>
            <pc:docMk/>
            <pc:sldMk cId="782538880" sldId="260"/>
            <ac:spMk id="2" creationId="{F2F14F63-CBEE-35DE-9B7F-2A1127A603FE}"/>
          </ac:spMkLst>
        </pc:spChg>
        <pc:spChg chg="del">
          <ac:chgData name="Jeffrey Gerrits" userId="f7069030-e220-4df3-afa8-8d262d59c9c5" providerId="ADAL" clId="{4E3B05B7-44AD-458B-B5BD-20D0B7586376}" dt="2026-06-08T14:57:40.697" v="56" actId="478"/>
          <ac:spMkLst>
            <pc:docMk/>
            <pc:sldMk cId="782538880" sldId="260"/>
            <ac:spMk id="3" creationId="{44935A52-01C1-CEB0-441F-43313CED1E45}"/>
          </ac:spMkLst>
        </pc:spChg>
        <pc:picChg chg="add mod">
          <ac:chgData name="Jeffrey Gerrits" userId="f7069030-e220-4df3-afa8-8d262d59c9c5" providerId="ADAL" clId="{4E3B05B7-44AD-458B-B5BD-20D0B7586376}" dt="2026-06-08T14:57:35.833" v="54" actId="1076"/>
          <ac:picMkLst>
            <pc:docMk/>
            <pc:sldMk cId="782538880" sldId="260"/>
            <ac:picMk id="5" creationId="{823B7FF5-D1B7-FECC-FC6E-9239EA4E71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E0239-543D-840C-F5CF-5E00FFE43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83B622B-32E1-3D95-8D46-8D7B24D8C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05972E6-9900-364E-E803-F94E1C02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C6B04F-E69D-BF5B-77A1-72D52DE4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7ED018-E7BC-B25E-FE4E-FF4C252C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5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D8049-8F59-EB92-A52C-1BFAA2DE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D17F46-CBA1-0A1E-8FC1-037EF236B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C423DF5-F688-E7BD-E6B7-19A20BA0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D0F650-165F-08B3-FCC2-112DD9CB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C1649B2-3CBF-FC05-BFFC-2659A04B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9D481-94B2-75A6-64D9-2E474A11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2C21488-8D7A-D8D9-A95E-7183C7D76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DC27FB2-6DA0-1556-42CE-1E6B24EA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CFEFDC5-E7C2-FEB0-BC78-E46D1AD3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1615CAF-6E0A-128F-9240-382CA181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9437A-42B5-5B15-4619-2CCBFA23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CB0440-CD5E-C38D-0EF4-88B5FC316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471B77-FEF7-78CD-EE4E-E5CE9E52E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EF11564-E2F1-07B4-9640-5127DFF6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F5BE4E7-7264-19EE-315C-8793EC31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B2C2531-D2AB-A8B2-A407-2BDBFFF7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5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AF84AF-C2D6-79DA-3356-F826B9C8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C5E4046-30A7-5197-C95F-1AB61ABEC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BDEE7AC-3443-34F8-C925-F224C4C29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FCCCE0-8C39-4E41-9700-170FAA94F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A975C16-D19E-2F36-C223-38DA3242B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E192F98-7871-7E88-4B72-378B2160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6FBC5F7-AE8B-1E20-9824-ED178AB4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A79AE36-AE1E-2291-8AFF-FA53DC69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6F6C5-D4A4-C3AD-265C-D130AC82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F9A2AF1-66E0-F01B-B475-3FFF7957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8D3BFDC-30A9-1614-DD2C-567B5FE3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A8CEB61-6A4C-5C0F-DD21-35A96EF0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0E68ABB-E107-C57A-B407-5F83C835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E9C4A8B-03FD-6C88-E2AE-DEAD4DE1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FABCF9-F2B4-D779-D37B-FA0B1059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3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57C9E-8482-6A2A-3A70-E0E1AF41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FC56D3-2BE4-365B-54B6-1085C4D3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4A4B0E1-29E6-5C24-AC63-7FCB1C64A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FEA1A1-412A-F18B-6BBF-CF9D02C4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4596ABA-99FA-4839-57D6-CB323C2DB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1B922DE-6DB6-A885-85A5-8B8E7883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0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F1525-AE1D-DC9E-9A5D-446BA2AF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2A5A9B8-4D36-A641-C2EC-40DB60894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209988-C1DA-6D1C-62AF-23FF0DA8A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15D8310-82E0-D16D-E2C6-9DCEE640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AB8407-DB90-9287-A839-C3A76F9B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EAB54F-33D2-8181-4A78-4EBF2E34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18A25-24B9-BA9B-981A-3CAB045A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C460122-858D-6E1B-E7FF-8A7500250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1E90BD-CDF7-D709-9818-8E5408A1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135135-78AA-35C7-4BD7-0E6EA8F2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AFE5E2-38C8-95F5-9325-47FFE588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2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53C9194-6D2E-A2C8-34FE-B6C2B115E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61D083F-F1F0-34F0-88E4-0E9B05B0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470F23-67F3-21E8-20CA-49BD7254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0DA0B5-40B6-922F-6CF3-052BBBF4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2B4F8C-021A-CC0A-FDE1-ACB5ADE6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6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585D22B-4B96-0AB0-B441-34001B09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BA6DE64-C9D1-DBA3-EB99-6A8C1D9A7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C1CC97-2771-491C-A995-62AE321D2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302DF-A452-458A-AA09-0BAD6D948F3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0CB6FC-A283-7463-DB3A-E9AF11361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4B24B9-F9B8-38DC-8C6E-877E68A15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A9DCD-F34E-4F17-961E-802E7F9C87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0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7FF96-0063-3E62-34BC-6C9854589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10875AE-8863-E8BD-CCBE-463171429A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Sigmoid Freud</a:t>
            </a:r>
          </a:p>
        </p:txBody>
      </p:sp>
    </p:spTree>
    <p:extLst>
      <p:ext uri="{BB962C8B-B14F-4D97-AF65-F5344CB8AC3E}">
        <p14:creationId xmlns:p14="http://schemas.microsoft.com/office/powerpoint/2010/main" val="324695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AD1FE-37B4-332B-1090-AFBCA96B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part 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B58E7F-849E-E8FA-EDC1-33D48E1F1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Regex → Added more rules</a:t>
            </a:r>
          </a:p>
          <a:p>
            <a:endParaRPr lang="en-US" dirty="0"/>
          </a:p>
          <a:p>
            <a:r>
              <a:rPr lang="en-US" dirty="0" err="1"/>
              <a:t>FixedPadding</a:t>
            </a:r>
            <a:r>
              <a:rPr lang="en-US" dirty="0"/>
              <a:t> → Tried a </a:t>
            </a:r>
            <a:r>
              <a:rPr lang="en-US" dirty="0" err="1"/>
              <a:t>HeadTailPadding</a:t>
            </a:r>
            <a:r>
              <a:rPr lang="en-US" dirty="0"/>
              <a:t> that uses the begin and end of the data for making chunks.</a:t>
            </a:r>
          </a:p>
          <a:p>
            <a:r>
              <a:rPr lang="en-US" dirty="0"/>
              <a:t>→ More chunks = better results</a:t>
            </a:r>
          </a:p>
          <a:p>
            <a:endParaRPr lang="en-US" dirty="0"/>
          </a:p>
          <a:p>
            <a:r>
              <a:rPr lang="en-US" dirty="0" err="1"/>
              <a:t>AggregationLayer</a:t>
            </a:r>
            <a:r>
              <a:rPr lang="en-US" dirty="0"/>
              <a:t> → Experimented with different options</a:t>
            </a:r>
          </a:p>
          <a:p>
            <a:endParaRPr lang="en-US" dirty="0"/>
          </a:p>
          <a:p>
            <a:r>
              <a:rPr lang="en-US" dirty="0"/>
              <a:t>Model architecture → Experimented with attention</a:t>
            </a:r>
          </a:p>
        </p:txBody>
      </p:sp>
    </p:spTree>
    <p:extLst>
      <p:ext uri="{BB962C8B-B14F-4D97-AF65-F5344CB8AC3E}">
        <p14:creationId xmlns:p14="http://schemas.microsoft.com/office/powerpoint/2010/main" val="47761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ADB90CC-E429-EE29-099F-2B45972AA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48" y="811303"/>
            <a:ext cx="8817104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A2B65-FAD3-573B-D302-7466C38F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part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022024-893B-1D1E-F628-5888BB01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Projection</a:t>
            </a:r>
          </a:p>
          <a:p>
            <a:pPr lvl="1"/>
            <a:r>
              <a:rPr lang="en-US" dirty="0"/>
              <a:t>786 to 128</a:t>
            </a:r>
          </a:p>
          <a:p>
            <a:pPr lvl="1"/>
            <a:r>
              <a:rPr lang="en-US" dirty="0"/>
              <a:t>Chunks 40</a:t>
            </a:r>
          </a:p>
          <a:p>
            <a:r>
              <a:rPr lang="en-US" dirty="0"/>
              <a:t>Mixture of experts</a:t>
            </a:r>
          </a:p>
          <a:p>
            <a:pPr lvl="1"/>
            <a:r>
              <a:rPr lang="en-US" dirty="0"/>
              <a:t>8 </a:t>
            </a:r>
            <a:r>
              <a:rPr lang="en-US" dirty="0" err="1"/>
              <a:t>TransformerBlocks</a:t>
            </a:r>
            <a:endParaRPr lang="en-US" dirty="0"/>
          </a:p>
          <a:p>
            <a:pPr lvl="1"/>
            <a:r>
              <a:rPr lang="en-US" dirty="0"/>
              <a:t>8 Heads</a:t>
            </a:r>
          </a:p>
          <a:p>
            <a:pPr lvl="1"/>
            <a:r>
              <a:rPr lang="en-US" dirty="0" err="1"/>
              <a:t>HeadTailPadding</a:t>
            </a:r>
            <a:r>
              <a:rPr lang="en-US" dirty="0"/>
              <a:t> vs. </a:t>
            </a:r>
            <a:r>
              <a:rPr lang="en-US" dirty="0" err="1"/>
              <a:t>FixedPadding</a:t>
            </a:r>
            <a:r>
              <a:rPr lang="en-US" dirty="0"/>
              <a:t> = No difference</a:t>
            </a:r>
          </a:p>
          <a:p>
            <a:pPr lvl="1"/>
            <a:endParaRPr lang="en-US" dirty="0"/>
          </a:p>
          <a:p>
            <a:r>
              <a:rPr lang="en-US" dirty="0"/>
              <a:t>Unstable behavior during training</a:t>
            </a:r>
          </a:p>
          <a:p>
            <a:pPr lvl="1"/>
            <a:r>
              <a:rPr lang="en-US" dirty="0"/>
              <a:t>Learning rate?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8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23B7FF5-D1B7-FECC-FC6E-9239EA4E7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7906"/>
            <a:ext cx="10678160" cy="48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3888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78</Words>
  <Application>Microsoft Office PowerPoint</Application>
  <PresentationFormat>Breedbeeld</PresentationFormat>
  <Paragraphs>22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Kantoorthema</vt:lpstr>
      <vt:lpstr>Group 2</vt:lpstr>
      <vt:lpstr>Experiments part 1</vt:lpstr>
      <vt:lpstr>PowerPoint-presentatie</vt:lpstr>
      <vt:lpstr>Experiments part 2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Gerrits</dc:creator>
  <cp:lastModifiedBy>Jeffrey Gerrits</cp:lastModifiedBy>
  <cp:revision>1</cp:revision>
  <dcterms:created xsi:type="dcterms:W3CDTF">2026-06-08T14:34:00Z</dcterms:created>
  <dcterms:modified xsi:type="dcterms:W3CDTF">2026-06-08T14:57:43Z</dcterms:modified>
</cp:coreProperties>
</file>